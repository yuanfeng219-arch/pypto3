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PyPTO 开发者体验(DevUX)竞品分析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BDD3EE"/>
                </a:solidFill>
                <a:latin typeface="Microsoft YaHei"/>
                <a:ea typeface="Microsoft YaHei"/>
              </a:rPr>
              <a:t>基于项目内已核实资料的事实与大纲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D6E2F1"/>
                </a:solidFill>
                <a:latin typeface="Microsoft YaHei"/>
                <a:ea typeface="Microsoft YaHei"/>
              </a:rPr>
              <a:t>数据来源：PyPTO3_竞品资料收集审核稿(2026-08-05) · PyPTO3.0 Toolkit 产品功能规划 · hw-native-sys 仓库功能洞察报告。
原则：所有数据/结论均来自上述已核实文档；规划中或推断内容已明确标注，不编造任何数字。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DB8D8"/>
                </a:solidFill>
                <a:latin typeface="Microsoft YaHei"/>
                <a:ea typeface="Microsoft YaHei"/>
              </a:rPr>
              <a:t>Competitive_Analysis · 2026-08-11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WHY DEVUX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分析目的与范围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2194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</a:rPr>
              <a:t>•  目的：从“功能/技术对比”收敛到“开发者体验对比”——开发者在昇腾 NPU 上，从拿到任务到产出可信、可复现、可交付的结果，用 PyPTO 与竞品的体验差在哪里。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</a:rPr>
              <a:t>•  北极星指标 TTTT（Time to Trusted Target）：从首次运行到“环境可复现 + 正确性门禁通过 + 性能/资源达标 + 证据完整”的可信产物所需中位时间。（来源：产品功能规划）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400" b="0">
                <a:solidFill>
                  <a:srgbClr val="595959"/>
                </a:solidFill>
                <a:latin typeface="Microsoft YaHei"/>
                <a:ea typeface="Microsoft YaHei"/>
              </a:rPr>
              <a:t>•  三层分析结构（复用审核稿）：核心直接竞品 / 战略标杆 / 邻近参照。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76E00"/>
                </a:solidFill>
                <a:latin typeface="Microsoft YaHei"/>
                <a:ea typeface="Microsoft YaHei"/>
              </a:rPr>
              <a:t>范围说明（重要）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47120" cy="23774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•  分析对象严格区分“当前可用 PyPTO”与“PyPTO 3.0 目标产品”；本文事实均来自已核实资料，规划项单独标注。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•  竞品数据与判断来自审核稿中的官方文档 / 官方 GitHub 引用；待核验项以【待核验】标注，未做实测前不写结论。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•  生态数字（stars/forks/issue）仅作生态成熟度辅助信号，不作为技术结论。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竞品分层总览（10 家）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743200"/>
                <a:gridCol w="7040880"/>
              </a:tblGrid>
              <a:tr h="46551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层次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竞品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在 DevUX 上的最强对标点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核心直接竞品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TileLang-Ascend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Ascend 上写高性能 kernel 最直接对手；Developer/Expert 双模式、自动同步、自动 buffer reuse、wheel、课程体系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核心直接竞品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Triton-Ascend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迁移成本最低、开发者心智复用最强（将成熟 Triton 范式带到 Ascend）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核心直接竞品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CANN Ascend C + MindStudio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Ascend 原生算子开发与调优完整工具链，PyPTO 用户最现实的替代路径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核心直接竞品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Triton（上游）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GPU kernel DSL 事实心智基准；Gluon 补足低层 tile-based SPMD 控制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核心直接竞品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TileLang（上游）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多后端、开放、生态动能强（约 6.4k stars）；已用于 BitBLAS / AttentionEngine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战略标杆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cuTile Python + Nsight Compute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Python Tile DSL + 编译器 + profiler + 生态闭环的产品化标杆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战略标杆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CUTLASS / CuTe DSL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Tile/Block/ISA 分层理念最接近的 NVIDIA 参照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邻近参照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Apache TVM TensorIR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调优搜索空间 / 实验数据库 / schedule 可追踪性参照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655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邻近参照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IREE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模型→runtime 工程化、低开销运行时参照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6552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邻近参照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vLLM / SGLang / TensorRT-LLM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服务层 DevUX 参照（请求重放、容量、SLO 门禁）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PyPTO 己方基线：事实、规划与软肋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</a:rPr>
              <a:t>已核验事实（审核稿 §2.1）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577840" cy="2743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</a:rPr>
              <a:t>•  面向 AI 加速器的高性能编程框架，PTO + Tile 编程模型为核心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</a:rPr>
              <a:t>•  多级 IR：Tensor→Tile→Block→Execution Graph→PTO 虚拟指令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</a:rPr>
              <a:t>•  支持 MPMD 执行调度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</a:rPr>
              <a:t>•  分层抽象：算法(Tensor)/性能专家(Tile)/系统(Block+指令)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</a:rPr>
              <a:t>•  公开实现主要面向华为 AI 处理器；许可证限定衍生软件用于华为 AI 处理器系统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Microsoft YaHei"/>
                <a:ea typeface="Microsoft YaHei"/>
              </a:rPr>
              <a:t>•  公开仓库(2026-08-05)：约 1384 commits、102 stars、82 forks、63 open issue、39 open 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4300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B76E00"/>
                </a:solidFill>
                <a:latin typeface="Microsoft YaHei"/>
                <a:ea typeface="Microsoft YaHei"/>
              </a:rPr>
              <a:t>PyPTO 3.0 规划假设（规划中，非已交付）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39496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B76E00"/>
                </a:solidFill>
                <a:latin typeface="Microsoft YaHei"/>
                <a:ea typeface="Microsoft YaHei"/>
              </a:rPr>
              <a:t>•  Development Evidence Graph：关联 request→source→IR→ISA→runtime→tensor→metric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B76E00"/>
                </a:solidFill>
                <a:latin typeface="Microsoft YaHei"/>
                <a:ea typeface="Microsoft YaHei"/>
              </a:rPr>
              <a:t>•  Compile Guardian / Pass Contract：各编译阶段验证不变量，优先暴露静默错误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B76E00"/>
                </a:solidFill>
                <a:latin typeface="Microsoft YaHei"/>
                <a:ea typeface="Microsoft YaHei"/>
              </a:rPr>
              <a:t>•  Correctness Lab / Performance Lab / Inference Bundle / Service Builder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B76E00"/>
                </a:solidFill>
                <a:latin typeface="Microsoft YaHei"/>
                <a:ea typeface="Microsoft YaHei"/>
              </a:rPr>
              <a:t>•  北极星指标 TTTT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6118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</a:rPr>
              <a:t>已识别软肋（洞察报告）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931920"/>
            <a:ext cx="5394960" cy="21945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C00000"/>
                </a:solidFill>
                <a:latin typeface="Microsoft YaHei"/>
                <a:ea typeface="Microsoft YaHei"/>
              </a:rPr>
              <a:t>•  仓库命名混乱（simpler 实为 PTO Runtime）、文档分散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C00000"/>
                </a:solidFill>
                <a:latin typeface="Microsoft YaHei"/>
                <a:ea typeface="Microsoft YaHei"/>
              </a:rPr>
              <a:t>•  issue 集中在 pypto，反映“易用性是主要痛点”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50" b="0">
                <a:solidFill>
                  <a:srgbClr val="C00000"/>
                </a:solidFill>
                <a:latin typeface="Microsoft YaHei"/>
                <a:ea typeface="Microsoft YaHei"/>
              </a:rPr>
              <a:t>•  Fork/Star 高，属内部工程组织而非社区驱动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76E00"/>
                </a:solidFill>
                <a:latin typeface="Microsoft YaHei"/>
                <a:ea typeface="Microsoft YaHei"/>
              </a:rPr>
              <a:t>事实 vs 规划：左侧为已交付/已核验；右上为规划方向，右下为已观察短板。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CORE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核心竞品① TileLang-Ascend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</a:rPr>
              <a:t>为什么最直接 / 关键事实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同为 Ascend NPU 上的 Python/Tile DSL，用户群、硬件环境与算子类型高度重叠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已提供 Developer/Expert 双控制、自动同步、自动 buffer reuse、软件流水、Cube/Vector 分离、PTO backend、PyTorch/ACLGraph 集成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官方示例含 Flash Attention、Sparse Attention、GEMM、归约、卷积、MoE dispatch/combine；明确测试 A2/A3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MIT 许可证、wheel 安装、课程体系，对开发者采用有直接影响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</a:rPr>
              <a:t>初步判断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1463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是 PyPTO 在“Ascend 上写高性能 kernel”场景中最强的正面竞品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PyPTO 若只讲 Tile DSL 和自动同步，差异不够明显；需突出多层抽象、MPMD 编排、PTO ISA 一致性，以及 source→runtime 可信证据链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待核验（未实测，不做结论）: 同硬件、同 shape、同精度下的性能、编译时间、首个 kernel 成功时间、调试效率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CORE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核心竞品② Triton-Ascend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</a:rPr>
              <a:t>为什么最直接 / 关键事实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将成熟的 Triton 编程范式带到 Ascend，直接争夺已有 Triton/PyTorch 开发者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官方定位：由编译器自动完成内存分配、数据搬运、计算与流水并行，降低算子开发门槛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当前公开信息显示兼容 CANN 8.5，并有 pip 安装路径；路线图含向更新 Triton 版本演进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</a:rPr>
              <a:t>初步判断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1463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最大优势不是 Ascend 特有的最强控制力，而是迁移成本与开发者心智复用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PyPTO 可从“Ascend 原生语义深度、Tensor/Tile/Block 分层、跨核/跨卡编排、硬件约束可解释”建立区隔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待核验（未实测，不做结论）: API 覆盖率、生产案例、复杂融合算子性能稳定性、调试工具与多卡能力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CORE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核心竞品③ CANN Ascend C + MindStudio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</a:rPr>
              <a:t>为什么最直接 / 关键事实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Ascend 原生算子开发与调优的现有完整工具链，也是 PyPTO 用户最现实的替代路径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MindStudio Operator Tools 覆盖性能建模、项目生成、功能测试、异常检测、板上/仿真调试、性能采集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MindStudio Insight 支持系统/算子/服务/内存调优，含指令流水、源码、负载、集群时间线视图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</a:rPr>
              <a:t>初步判断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1463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强项：官方性、硬件覆盖、诊断深度、既有流程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弱项更可能是开发门槛、工具割裂、跨层因果解释成本，而非能力缺失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定位为“能力强但开发路径重”的原生基线，不宜描述为“落后工具”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待核验（未实测，不做结论）: 最新 CANN/MindStudio 版本的实际安装、许可、可用硬件矩阵、典型工作流耗时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CORE 4-5/5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核心竞品④⑤ Triton（上游） / TileLang（上游）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</a:rPr>
              <a:t>为什么最直接 / 关键事实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Triton：Python GPU kernel DSL 事实心智基准；教程、PyTorch/Inductor 生态、大量现成 kernel 构成采用优势；新增 Gluon 提供更低层 tile-based SPMD 模型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TileLang：基于 TVM/TIR 的高性能 kernel DSL，面向 GPU/CPU/加速器；支持显式内存层级、流水、硬件特性、JIT；约 6.4k stars、582 forks，已用于 BitBLAS/AttentionEngine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</a:rPr>
              <a:t>初步判断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1463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Triton+Gluon 正形成“高低层组合”，PyPTO 差异化窗口收窄；论证重点应从“比 Triton 多一层”升级为“在异构 NPU 上贯通语义/验证/执行/证据”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TileLang 优势是开放、多后端、快速演进；PyPTO 优势应是 Ascend 原生语义、整栈协同、可验证性——“硬件专用深度 vs 多后端广度”是战略取舍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待核验（未实测，不做结论）: 上游版本在 Ascend 路径的覆盖与演进节奏；多后端一致性的真实成本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STRATEGIC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战略标杆 cuTile + Nsight / CUTLASS-CuTe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4300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</a:rPr>
              <a:t>为什么最直接 / 关键事实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20116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cuTile：数组/Tile 驱动的 Python 编程模型，边界可检查、无裸指针、JIT/AOT、TileIR 导出、autotune、JAX 集成；执行模型仅暴露 block 级并行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Nsight Compute：kernel 级指标、API 调试、图形报告、baseline 比较、参数系列实验、可扩展分析规则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CUTLASS 4.x 同时提供 C++ 模板与 Python DSL；CuTe DSL 暴露 layout/tensor/hardware atom/tiled operation；最新文档加入源码→PTX/SASS 关联、调试模式、内核内事件追踪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1188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E75B6"/>
                </a:solidFill>
                <a:latin typeface="Microsoft YaHei"/>
                <a:ea typeface="Microsoft YaHei"/>
              </a:rPr>
              <a:t>初步判断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14630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NVIDIA 正把“Python Tile DSL + 编译器 + profiler + 生态”产品化，与 PyPTO 3.0 方向高度同构——可借鉴安全数据模型、AOT、实验对比、工具链闭环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250" b="0">
                <a:solidFill>
                  <a:srgbClr val="595959"/>
                </a:solidFill>
                <a:latin typeface="Microsoft YaHei"/>
                <a:ea typeface="Microsoft YaHei"/>
              </a:rPr>
              <a:t>•  CUTLASS/CuTe 是 PyPTO Tile/Block/ISA 分层理念最接近的 NVIDIA 参照；对比重点应是专家控制上限、调试证据、可组合库、生产集成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00000"/>
                </a:solidFill>
                <a:latin typeface="Microsoft YaHei"/>
                <a:ea typeface="Microsoft YaHei"/>
              </a:rPr>
              <a:t>待核验（未实测，不做结论）: cuTile 在 Ascend 类硬件上的可迁移性；Nsight 式闭环的构建成本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ADJACENT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邻近参照（服务层 / 编译层，仅在相关能力页出现）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486400"/>
                <a:gridCol w="3383280"/>
              </a:tblGrid>
              <a:tr h="10515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参照对象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能力事实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参照价值（定位）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Apache TVM TensorIR + MetaSchedule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TensorIR 提供 tensor function 表示/变换/schedule primitives；MetaSchedule 以真实硬件测量、进化搜索、成本模型、持久化数据库寻找更优 schedule，支持跨模型复用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调优搜索空间、实验数据库、schedule 可追踪性；非日常开发入口的完全直接竞品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IREE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基于 MLIR 的端到端编译器与 runtime，从框架模型下降到统一 IR，支持 AOT 与多 CPU/GPU/边缘平台；工具支持逐 pass 运行/检查/执行/dump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模型→runtime 工程化、部署配置、低开销运行时；kernel 手写体验上不与 PyPTO 完全同层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vLLM / SGLang / TensorRT-LLM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vLLM：OpenAI 兼容在线推理；SGLang：在线 benchmark 覆盖 TTFT/ITL/吞吐/并发，支持请求 dump/replay、crash dump/replay、profiling；TRT-LLM：KV cache/chunked prefill/并行/低精度/分离式服务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PyPTO 3.0 的 Service Builder/Workload Lab/请求重放/容量规划/SLO 门禁；服务层参照，非核心 DSL 直接竞品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53212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76E00"/>
                </a:solidFill>
                <a:latin typeface="Microsoft YaHei"/>
                <a:ea typeface="Microsoft YaHei"/>
              </a:rPr>
              <a:t>这些项目是能力参照，不宜被描述为 PyPTO 核心 DSL 的直接竞品。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DEV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DevUX 评估主线：开发者旅程九阶段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108960"/>
                <a:gridCol w="6035040"/>
              </a:tblGrid>
              <a:tr h="49377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阶段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关注点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PyPTO 基线（规划项已标注）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A 上手与环境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安装/环境校验/无硬件可用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pypto doctor、Compatibility Profile、Resource Preflight；无硬件模拟器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B 编写与表达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DSL 人机工程/IDE/模板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意图式 DSL、语义化内存 API、Intent Preview、真实任务模板（规划）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C 编译与可信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静态期拦截静默错误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Pass Contract / verifier / fail-loud（规划）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D 运行与调试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source↔runtime 关联/错误字典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Evidence Graph / Provenance Explorer / Error Dictionary（规划）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E 正确性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多 oracle / 首个分歧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Correctness Lab / Runtime Sentinel（规划）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F 性能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跨层因果 / 可信 A/B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四层指标 / Experiment Board / Safe Autotune（规划）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G 分布式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collective 校验 / hang 定位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跨 rank verifier / 通信-计算 overlap（规划）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H 模型服务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导入→服务 / 请求追踪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Model Importer / Inference Bundle / Service Builder（部分早期）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I 复现与知识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Repro / 文档可执行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Repro Bundle / Issue Router / Developer Portal（规划）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76E00"/>
                </a:solidFill>
                <a:latin typeface="Microsoft YaHei"/>
                <a:ea typeface="Microsoft YaHei"/>
              </a:rPr>
              <a:t>标注“（规划）”者为 PyPTO 3.0 目标能力，非当前已交付。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DevUX 评估维度（12 项）与规划目标值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43000"/>
          <a:ext cx="1124712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943600"/>
              </a:tblGrid>
              <a:tr h="40092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关注点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指标（规划目标值，非实测）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1 上手成本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安装/环境校验/无硬件可用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首次 smoke test 成功率 ≥90%（规划目标）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2 表达效率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DSL 人机工程/IDE/模板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首个复杂 kernel 代码量、返工次数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3 编译可信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静态期拦截静默错误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高危静默错误捕获率 ≥80%（规划目标）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4 调试可解释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source↔IR↔runtime 关联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首个异常自动定位率 ≥70%；中位定位时间降 60%（规划目标）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5 正确性闭环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多 oracle / 首个分歧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分歧定位时间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6 性能可归因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跨层因果 / 可信 A/B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回退归因到具体层级比例 ≥75%（规划目标）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7 分布式 DevUX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collective 校验 / hang 定位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多卡问题定位时间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8 服务化 DevUX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导入→服务 / 请求追踪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导入→首个正确 token ≤30min；服务首次响应 ≤10min（规划目标）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9 复现与协作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Repro / 文档可执行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问题单完整证据比例 ≥85%；裸错误码占比 &lt;5%（规划目标）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10 文档与知识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可执行文档 / 角色路径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文档 CI 可执行通过率 100%（规划目标）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00929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11 生态与治理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许可证/硬件锁定/社区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stars/forks/issue 密度（辅助信号）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0093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12 信任叙事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fail-loud / 可解释 / 可复现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定性，结合 TTTT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382512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76E00"/>
                </a:solidFill>
                <a:latin typeface="Microsoft YaHei"/>
                <a:ea typeface="Microsoft YaHei"/>
              </a:rPr>
              <a:t>括号内“规划目标”来自产品功能规划 §9.2，是建议目标值，不代表当前已达成。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定量评测场景（映射到 DevUX 指标）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188720"/>
          <a:ext cx="11247119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486400"/>
                <a:gridCol w="3749039"/>
              </a:tblGrid>
              <a:tr h="508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场景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DevUX 指标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待核验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首个 kernel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环境准备→vector add/matmul 正确运行时间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同硬件同 shape 对比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复杂 kernel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Flash Attn / paged attn 代码量、调优轮数、性能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TileLang-Ascend / Triton-Ascend 同机对比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错值定位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注入 layout/shape/sync 错误，定位首个分歧点时间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PyPTO vs 竞品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性能回归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对同 kernel 做一次可控退化，比较瓶颈定位时间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跨层归因能力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动态 shape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多 shape 编译缓存、正确性与性能稳定性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多核/多卡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通信/同步/hang 定位能力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模型闭环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模型导入→首个正确 token→满足 TTFT/TPOT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服务层参照 vLLM/SGLang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可复现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另一台兼容机同 bundle 重放结果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脱敏与复现包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0644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76E00"/>
                </a:solidFill>
                <a:latin typeface="Microsoft YaHei"/>
                <a:ea typeface="Microsoft YaHei"/>
              </a:rPr>
              <a:t>以上场景均需在真机（A2/A3/A5）实测后才能得出对比结论，当前为评测设计，非结果。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核心论点与差异化叙事（DevUX 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420624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•  PyPTO 的真正竞争对象不是单一 Triton，而是“Ascend C+MindStudio 的原生深度、Triton/TileLang 的开发效率、NVIDIA 工具链的闭环体验”的组合。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•  TileLang-Ascend 是当下最直接的产品竞争者；Triton-Ascend 是最危险的迁移入口竞争者。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•  潜在护城河不是 Python 语法，而是 PTO ISA 之上的多层抽象 + MPMD 执行 + 跨层可信证据（“知道结果从哪来”）。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•  多层抽象本身已不再独占（Triton Gluon、CuTe DSL 正补足低层控制）；“可验证、可追溯、可复现”应成为 3.0 的核心产品叙事。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•  仅限华为 AI 处理器的许可证既强化生态归属，也削弱通用开发者采用与跨硬件迁移能力——应正面呈现这一取舍。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00" b="0">
                <a:solidFill>
                  <a:srgbClr val="595959"/>
                </a:solidFill>
                <a:latin typeface="Microsoft YaHei"/>
                <a:ea typeface="Microsoft YaHei"/>
              </a:rPr>
              <a:t>•  服务化能力应作为 PyPTO 整栈闭环的延伸，而非与 vLLM/SGLang 正面对标全部生产 serving 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23560"/>
            <a:ext cx="11247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76E00"/>
                </a:solidFill>
                <a:latin typeface="Microsoft YaHei"/>
                <a:ea typeface="Microsoft YaHei"/>
              </a:rPr>
              <a:t>以上观点来自审核稿 §5，均需用户审核后才能进入最终稿；本页未新增任何数据。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材料收集进度与待确认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</a:rPr>
              <a:t>收集状态（✅已收集 / 🔶部分待补 / ⬜待收集）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463040"/>
          <a:ext cx="6583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914400"/>
                <a:gridCol w="237744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内容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状态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</a:rPr>
                        <a:t>来源/说明</a:t>
                      </a:r>
                    </a:p>
                  </a:txBody>
                  <a:tcPr anchor="ctr" marL="50800" marR="50800" marT="25400" marB="25400">
                    <a:solidFill>
                      <a:srgbClr val="E8EE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己方基线 / 竞品清单 / 维度 / 场景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✅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来自审核稿、规划、洞察报告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竞品 DevUX 对标点（分层）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✅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审核稿 §3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上手/性能/服务 部分细节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🔶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需抓取各官方 doc / Nsight / MindStudio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编译可信 / 正确性 / 分布式 / 复现 DevUX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⬜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需逐家核实 verifier / oracle / 多卡</a:t>
                      </a:r>
                    </a:p>
                  </a:txBody>
                  <a:tcPr anchor="ctr" marL="50800" marR="50800" marT="25400" marB="25400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竞品×阶段矩阵、DevUX 雷达图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⬜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95959"/>
                          </a:solidFill>
                          <a:latin typeface="Microsoft YaHei"/>
                          <a:ea typeface="Microsoft YaHei"/>
                        </a:rPr>
                        <a:t>依赖上述填充后生成</a:t>
                      </a:r>
                    </a:p>
                  </a:txBody>
                  <a:tcPr anchor="ctr"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0" y="1097280"/>
            <a:ext cx="43891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</a:rPr>
              <a:t>待确认（阻塞正式材料）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389120" cy="402336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C00000"/>
                </a:solidFill>
                <a:latin typeface="Microsoft YaHei"/>
                <a:ea typeface="Microsoft YaHei"/>
              </a:rPr>
              <a:t>•  受众与用途：管理层/产品规划/研发架构/生态/对外？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C00000"/>
                </a:solidFill>
                <a:latin typeface="Microsoft YaHei"/>
                <a:ea typeface="Microsoft YaHei"/>
              </a:rPr>
              <a:t>•  分析对象：当前可用 PyPTO 还是 3.0 目标？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C00000"/>
                </a:solidFill>
                <a:latin typeface="Microsoft YaHei"/>
                <a:ea typeface="Microsoft YaHei"/>
              </a:rPr>
              <a:t>•  能否评价 CANN/MindStudio 内部产品、可否用实测数据？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C00000"/>
                </a:solidFill>
                <a:latin typeface="Microsoft YaHei"/>
                <a:ea typeface="Microsoft YaHei"/>
              </a:rPr>
              <a:t>•  是否有 A2/A3/A5 真机做 benchmark？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0">
                <a:solidFill>
                  <a:srgbClr val="C00000"/>
                </a:solidFill>
                <a:latin typeface="Microsoft YaHei"/>
                <a:ea typeface="Microsoft YaHei"/>
              </a:rPr>
              <a:t>•  交付形态：PPT / Word / Markdown？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DD3EE"/>
                </a:solidFill>
                <a:latin typeface="Microsoft YaHei"/>
                <a:ea typeface="Microsoft YaHei"/>
              </a:rPr>
              <a:t>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公开来源清单（DevUX 相关）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PyPTO 开发者体验(DevUX)竞品分析 · 数据均来自项目内已核实资料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Microsoft YaHei"/>
                <a:ea typeface="Microsoft YaHei"/>
              </a:rPr>
              <a:t>2026-08-11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</a:rPr>
              <a:t>己方 / 核心竞品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5577840" cy="4572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PyPTO GitHub：github.com/hw-native-sys/pypto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产品规划：Product_Planning/PyPTO3.0_Toolkit_产品功能规划.md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仓库洞察：Insight/hw-native-sys-仓库功能洞察报告.md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TileLang-Ascend：github.com/tile-ai/tilelang-ascend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Triton-Ascend：github.com/triton-lang/triton-ascend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Triton 官方(含 Gluon)：triton-lang.org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TileLang 官方：tilelang.com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MindStudio：hiascend.com 对应文档页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09728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F3864"/>
                </a:solidFill>
                <a:latin typeface="Microsoft YaHei"/>
                <a:ea typeface="Microsoft YaHei"/>
              </a:rPr>
              <a:t>战略标杆 / 邻近参照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463040"/>
            <a:ext cx="5394960" cy="4572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cuTile Python：docs.nvidia.com/cuda/cutile-python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Nsight Compute：docs.nvidia.com/nsight-compute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CUTLASS / CuTe DSL：docs.nvidia.com/cutlass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TVM TensorIR / MetaSchedule：tvm.apache.org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IREE：iree.dev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vLLM：docs.vllm.ai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SGLang：docs.sglang.ai</a:t>
            </a:r>
          </a:p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Microsoft YaHei"/>
                <a:ea typeface="Microsoft YaHei"/>
              </a:rPr>
              <a:t>•  TensorRT-LLM：nvidia.github.io/TensorRT-LLM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Microsoft YaHei"/>
                <a:ea typeface="Microsoft YaHei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3200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•  审核通过 §15 的待确认项后，按“开发者旅程九阶段 + 逐家画像”填充正式内容。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•  补充实测：PyPTO 与 TileLang-Ascend / Triton-Ascend 同机同配置跑定量场景（§13）。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</a:rPr>
              <a:t>•  可视化：竞品×阶段矩阵（§15）与 DevUX 维度雷达图落地为图表。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0">
                <a:solidFill>
                  <a:srgbClr val="BDD3EE"/>
                </a:solidFill>
                <a:latin typeface="Microsoft YaHei"/>
                <a:ea typeface="Microsoft YaHei"/>
              </a:rPr>
              <a:t>•  本 PPT 所有内容均来自项目内已核实文档，未编造数据；规划/推断项已标注。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DB8D8"/>
                </a:solidFill>
                <a:latin typeface="Microsoft YaHei"/>
                <a:ea typeface="Microsoft YaHei"/>
              </a:rPr>
              <a:t>Competitive_Analysis · 2026-08-11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